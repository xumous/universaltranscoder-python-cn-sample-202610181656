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828800"/>
            <a:ext cx="2194560" cy="219456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286000"/>
            <a:ext cx="1280160" cy="128016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Qt（C++）版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CD8"/>
                </a:solidFill>
                <a:latin typeface="Microsoft YaHei"/>
              </a:rPr>
              <a:t>原生桌面的离线万能转换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作者：徐某   |   2026 年 10 月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一页看懂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原生实现，依赖清晰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要点一：原生实现，依赖清晰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02 / 22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工具链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Qt 6.8.1 与 MinGW 13.1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要点一：Qt 6.8.1 与 MinGW 13.1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03 / 22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工程构建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qmake 组织源码与资源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要点一：qmake 组织源码与资源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04 / 22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内核定位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进程校验版本横幅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要点一：进程校验版本横幅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05 / 22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能力探测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解析集合并缓存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要点一：解析集合并缓存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06 / 22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媒体探测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结构化读取容器与流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要点一：结构化读取容器与流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07 / 22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命令构建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字符串列表逐项追加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要点一：字符串列表逐项追加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08 / 22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容器换算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扩展名到封装名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要点一：扩展名到封装名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09 / 22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滤镜链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几何先行，叠加后置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要点一：几何先行，叠加后置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10 / 22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进度换算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时长比与瞬时速度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要点一：时长比与瞬时速度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11 / 22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任务队列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工作线程加信号回调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要点一：工作线程加信号回调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12 / 22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错误分类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按具体到一般匹配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要点一：按具体到一般匹配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13 / 22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自动补救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失败后整套换软件编码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要点一：失败后整套换软件编码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14 / 22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文档转换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绘制类输出文档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要点一：绘制类输出文档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15 / 22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标签页与表格队列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要点一：标签页与表格队列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16 / 22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打包发布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依赖收集成绿色目录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要点一：依赖收集成绿色目录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17 / 22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编译与真实转码通过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要点一：编译与真实转码通过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18 / 22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格式覆盖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视频、音频、图片、文档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要点一：视频、音频、图片、文档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19 / 22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实测数据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构建产物与自检结论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要点一：构建产物与自检结论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20 / 22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持续增强的方向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要点一：持续增强的方向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21 / 22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原生、清晰、离线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要点一：原生、清晰、离线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22 / 22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