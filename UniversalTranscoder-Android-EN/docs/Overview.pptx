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Universal Transcoder for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CD8"/>
                </a:solidFill>
                <a:latin typeface="Microsoft YaHei"/>
              </a:rPr>
              <a:t>Offline conversion on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Author: Xu   | 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Five capability groups, one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Five capability groups, one install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02 / 23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Goals and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Android 9 and newer, fully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Android 9 and newer, fully offline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03 / 23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JDK 17, Gradle and the Android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JDK 17, Gradle and the Android SDK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04 / 23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Container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Demux tracks, mux the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Demux tracks, mux the target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05 / 23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Support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Ask the device, then list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Ask the device, then list options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06 / 23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Re-encode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Decode, encode, then mux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Decode, encode, then mux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07 / 23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Encoder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Hardware first, software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Hardware first, software fallback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08 / 23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Image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Decode, scale, compress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Decode, scale, compress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09 / 23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Document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Images and text to documents, documents to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Images and text to documents, documents to images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10 / 23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Video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Grab frames at chosen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Grab frames at chosen times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11 / 23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Progress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Processed duration over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Processed duration over total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12 / 23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Job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One-way state machine, serial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One-way state machine, serial by default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13 / 23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Error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Turning errors into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Turning errors into advice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14 / 23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Five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Video, Audio, Image, Document,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Video, Audio, Image, Document, Queue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15 / 23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File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Always through the system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Always through the system picker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16 / 23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Background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Convert on a thread, refresh on the main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Convert on a thread, refresh on the main thread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17 / 23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Self-signed package, install and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Self-signed package, install and go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18 / 23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Build passes, artefact installs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Build passes, artefact installs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19 / 23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Format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Video, audio, image and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Video, audio, image and document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20 / 23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Artefact and self-check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Artefact and self-check outcome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21 / 23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Directions for further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Directions for further work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22 / 23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Keep the complexity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Keep the complexity inside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23 / 23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