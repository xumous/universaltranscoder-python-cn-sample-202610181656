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安卓版 万能转码器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移动端的离线格式转换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作者：徐某   |   2026 年 10 月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五项能力，一次装好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要点一：五项能力，一次装好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23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目标与约束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Android 9 起，完全离线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要点一：Android 9 起，完全离线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JDK 17 + Gradle + Android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要点一：JDK 17 + Gradle + Android SDK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容器转换算法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解复用取轨道，复用器写目标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要点一：解复用取轨道，复用器写目标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支持范围判定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先问本机，再列选项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要点一：先问本机，再列选项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23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重编码流程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解码、编码、再封装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要点一：解码、编码、再封装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23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编码器选择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硬件优先，软件兜底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要点一：硬件优先，软件兜底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23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图片转换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解码、缩放、按格式压缩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要点一：解码、缩放、按格式压缩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23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文档互转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图片与文本成文档，文档拆成图片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要点一：图片与文本成文档，文档拆成图片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23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视频抽帧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按时间点取帧存为图片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要点一：按时间点取帧存为图片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23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进度换算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已处理时长比总时长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要点一：已处理时长比总时长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23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任务队列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单向状态机，串行最稳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要点一：单向状态机，串行最稳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错误分类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把报错翻译成建议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要点一：把报错翻译成建议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五个标签页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视频、音频、图片、文档、队列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要点一：视频、音频、图片、文档、队列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23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文件访问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统一走系统文档选择器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要点一：统一走系统文档选择器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23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后台执行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线程中转换，主线程刷新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要点一：线程中转换，主线程刷新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23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打包发布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自签名安装包，拷贝即装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要点一：自签名安装包，拷贝即装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23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验证结论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编译通过，产物可安装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要点一：编译通过，产物可安装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23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格式覆盖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视频、音频、图片、文档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要点一：视频、音频、图片、文档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23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实测数据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构建产物与自检结论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要点一：构建产物与自检结论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23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持续增强的方向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要点一：持续增强的方向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23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把复杂留在内核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要点一：把复杂留在内核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23 / 23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