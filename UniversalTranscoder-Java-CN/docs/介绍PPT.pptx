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Java（Windows）版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CD8"/>
                </a:solidFill>
                <a:latin typeface="Microsoft YaHei"/>
              </a:rPr>
              <a:t>桌面端的离线万能转换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作者：徐某   |   2026 年 10 月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一页看懂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四类媒体，一套内核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要点一：四类媒体，一套内核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02 / 22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JDK 17 与 Gradle 构建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要点一：JDK 17 与 Gradle 构建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03 / 22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内核定位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四路查找，真实校验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要点一：四路查找，真实校验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04 / 22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能力探测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先问内核，再列格式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要点一：先问内核，再列格式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05 / 22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媒体探测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结构化读取容器与流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要点一：结构化读取容器与流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06 / 22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命令构建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参数列表，安全一致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要点一：参数列表，安全一致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07 / 22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容器换算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扩展名到封装名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要点一：扩展名到封装名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08 / 22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滤镜链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顺序固定，避免错位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要点一：顺序固定，避免错位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09 / 22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质量映射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档位到编码参数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要点一：档位到编码参数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10 / 22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执行与进度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键值对进度流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要点一：键值对进度流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11 / 22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任务队列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单向状态机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要点一：单向状态机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12 / 22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错误分类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报错翻译成建议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要点一：报错翻译成建议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13 / 22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自动补救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两条确定路径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要点一：两条确定路径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14 / 22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文档转换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图片与文本成文档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要点一：图片与文本成文档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15 / 22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界面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标签页与表格队列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要点一：标签页与表格队列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16 / 22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打包发布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绿色版应用目录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要点一：绿色版应用目录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17 / 22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编译与真实转码通过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要点一：编译与真实转码通过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18 / 22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格式覆盖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视频、音频、图片、文档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要点一：视频、音频、图片、文档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19 / 22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实测数据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构建产物与自检结论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要点一：构建产物与自检结论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20 / 22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持续增强的方向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要点一：持续增强的方向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21 / 22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结语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复杂留在内核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要点一：复杂留在内核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要点二：与其它平台共享同一套设计原则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要点三：可离线运行，无需额外依赖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要点四：构建与验证均已真实执行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步骤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就绪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22 / 22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