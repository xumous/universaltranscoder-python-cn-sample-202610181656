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1828800"/>
            <a:ext cx="2194560" cy="2194560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2286000"/>
            <a:ext cx="1280160" cy="1280160"/>
          </a:xfrm>
          <a:prstGeom prst="ellipse">
            <a:avLst/>
          </a:prstGeom>
          <a:solidFill>
            <a:srgbClr val="5B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7863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Universal Transcoder for Qt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7863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A9BCD8"/>
                </a:solidFill>
                <a:latin typeface="Microsoft YaHei"/>
              </a:rPr>
              <a:t>Native offline conversion on the desktop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0352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EAF2FF"/>
                </a:solidFill>
                <a:latin typeface="Microsoft YaHei"/>
              </a:rPr>
              <a:t>Author: Xu   |   October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Native code, clear 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Native code, clear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02 / 22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Toolchain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Qt 6.8.1 and MinGW 13.1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Qt 6.8.1 and MinGW 13.1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03 / 22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Project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qmake sources and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qmake sources and resources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04 / 22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Locating the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Process-verified version banner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Process-verified version banner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05 / 22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Capability probing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Parsed sets, cached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Parsed sets, cached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06 / 22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Media probing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Structured container and stream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Structured container and stream data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07 / 22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Command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A string list, appended item by item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A string list, appended item by item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08 / 22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Container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Extension to muxer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Extension to muxer name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09 / 22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Filter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Geometry first, overlays last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Geometry first, overlays last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10 / 22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Duration ratio and instantaneous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Duration ratio and instantaneous speed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11 / 22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Job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Worker threads with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Worker threads with signals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12 / 22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Error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Specific to general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Specific to general matching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13 / 22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Automatic repair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Rebuild with software encoding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Rebuild with software encoding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14 / 22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Document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Painter-based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Painter-based output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15 / 22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Tabs and a table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Tabs and a table queue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16 / 22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Deployment tool makes a portable folder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Deployment tool makes a portable folder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17 / 22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Build and a real conversion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Build and a real conversion pass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18 / 22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Format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Video, audio, image and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Video, audio, image and document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19 / 22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Measured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Artefact and self-check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Artefact and self-check outcome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20 / 22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Directions for further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Directions for further work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21 / 22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Native, clear, offline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Native, clear, offline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22 / 22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